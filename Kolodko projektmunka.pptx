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67" r:id="rId5"/>
    <p:sldId id="268" r:id="rId6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évtelen szakasz" id="{72FFBC3E-59F0-42BA-AB7D-5CEDE5A3B577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7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7FDC197-473C-40E5-8A61-79CCE293D706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A36C10-A9D4-4995-9BAF-95FBD77A724B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092182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12FA5D-C57C-444D-A8E2-5E89A4A6786F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u-HU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-HU" dirty="0"/>
              <a:t>Mintaszöveg szerkesztése</a:t>
            </a:r>
          </a:p>
          <a:p>
            <a:pPr lvl="1" rtl="0"/>
            <a:r>
              <a:rPr lang="hu-HU" dirty="0"/>
              <a:t>Második szint</a:t>
            </a:r>
          </a:p>
          <a:p>
            <a:pPr lvl="2" rtl="0"/>
            <a:r>
              <a:rPr lang="hu-HU" dirty="0"/>
              <a:t>Harmadik szint</a:t>
            </a:r>
          </a:p>
          <a:p>
            <a:pPr lvl="3" rtl="0"/>
            <a:r>
              <a:rPr lang="hu-HU" dirty="0"/>
              <a:t>Negyedik szint</a:t>
            </a:r>
          </a:p>
          <a:p>
            <a:pPr lvl="4" rtl="0"/>
            <a:r>
              <a:rPr lang="hu-HU" dirty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3AEF9EC-8318-4FF6-847E-A85BBD2B7E49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8319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hu-HU" smtClean="0"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44521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04799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09600" y="261254"/>
            <a:ext cx="8226490" cy="3083767"/>
          </a:xfrm>
        </p:spPr>
        <p:txBody>
          <a:bodyPr rtlCol="0" anchor="b">
            <a:normAutofit/>
          </a:bodyPr>
          <a:lstStyle>
            <a:lvl1pPr algn="l"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09600" y="3386585"/>
            <a:ext cx="8229600" cy="1371600"/>
          </a:xfrm>
        </p:spPr>
        <p:txBody>
          <a:bodyPr rtlCol="0"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/>
              <a:t>Kattintson ide az alcím mintájának szerkesztéséhez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A59660-DBC0-442F-A7DC-DD41F3FFDC4F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12648" y="265176"/>
            <a:ext cx="8229600" cy="3081528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12648" y="3388268"/>
            <a:ext cx="8229600" cy="13716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730010-A880-47C7-845D-7680C41AC68B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295401" y="1828800"/>
            <a:ext cx="4572000" cy="43481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324599" y="1828800"/>
            <a:ext cx="4572000" cy="43481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B9102F-0B2E-4389-BC13-E6BE12CFD31A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98448" y="1627258"/>
            <a:ext cx="4572000" cy="68580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298448" y="2373284"/>
            <a:ext cx="4572000" cy="384048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327648" y="1627258"/>
            <a:ext cx="4572000" cy="68580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327648" y="2373284"/>
            <a:ext cx="4572000" cy="384048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E0AF02-28F4-4C45-B30A-EFBA928A24F8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B80574-5CC3-4F73-8332-7BC95C971B6E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2FEAA4-E347-4E9E-8614-344C36824DFB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 userDrawn="1"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979330" y="457200"/>
            <a:ext cx="3603070" cy="155448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06490" y="685800"/>
            <a:ext cx="6102220" cy="5486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979330" y="2101850"/>
            <a:ext cx="3603070" cy="18288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4F5FDA-F050-46B2-8741-70677FE6107B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982712" y="457200"/>
            <a:ext cx="3602736" cy="155448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Kép helye 2" descr="Üres helyőrző kép hozzáadásához. Kattintson a helyőrzőre, és jelölje ki a hozzáadni kívánt képet"/>
          <p:cNvSpPr>
            <a:spLocks noGrp="1"/>
          </p:cNvSpPr>
          <p:nvPr>
            <p:ph type="pic" idx="1"/>
          </p:nvPr>
        </p:nvSpPr>
        <p:spPr>
          <a:xfrm>
            <a:off x="0" y="-1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/>
              <a:t>Kép beszúrásához kattintson az ikonra</a:t>
            </a:r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982712" y="2101850"/>
            <a:ext cx="3602736" cy="18288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A087DD-9510-4994-A414-9B9A82385C1A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9250680" y="365125"/>
            <a:ext cx="1645920" cy="581183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1295400" y="365125"/>
            <a:ext cx="7624664" cy="5811838"/>
          </a:xfrm>
        </p:spPr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21932C-107F-4C48-B08A-86F450786276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95400" y="1828799"/>
            <a:ext cx="9601200" cy="4348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-HU" dirty="0"/>
              <a:t>Mintaszöveg szerkesztése</a:t>
            </a:r>
          </a:p>
          <a:p>
            <a:pPr lvl="1" rtl="0"/>
            <a:r>
              <a:rPr lang="hu-HU" dirty="0"/>
              <a:t>Második szint</a:t>
            </a:r>
          </a:p>
          <a:p>
            <a:pPr lvl="2" rtl="0"/>
            <a:r>
              <a:rPr lang="hu-HU" dirty="0"/>
              <a:t>Harmadik szint</a:t>
            </a:r>
          </a:p>
          <a:p>
            <a:pPr lvl="3" rtl="0"/>
            <a:r>
              <a:rPr lang="hu-HU" dirty="0"/>
              <a:t>Negyedik szint</a:t>
            </a:r>
          </a:p>
          <a:p>
            <a:pPr lvl="4" rtl="0"/>
            <a:r>
              <a:rPr lang="hu-HU" dirty="0"/>
              <a:t>Ötödik szint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609600" y="6385492"/>
            <a:ext cx="609904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9419253" y="6385492"/>
            <a:ext cx="98204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pPr rtl="0"/>
            <a:fld id="{A9F58B86-C179-405B-8AAD-326EFFE11A60}" type="datetime1">
              <a:rPr lang="hu-HU" smtClean="0"/>
              <a:t>2026. 01. 21.</a:t>
            </a:fld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753532" y="6385492"/>
            <a:ext cx="82886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pPr rtl="0"/>
            <a:fld id="{E31375A4-56A4-47D6-9801-1991572033F7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280621" y="3023666"/>
            <a:ext cx="7630758" cy="810667"/>
          </a:xfrm>
        </p:spPr>
        <p:txBody>
          <a:bodyPr rtlCol="0">
            <a:noAutofit/>
          </a:bodyPr>
          <a:lstStyle/>
          <a:p>
            <a:pPr rtl="0"/>
            <a:r>
              <a:rPr lang="hu-HU" sz="5400" dirty="0" err="1"/>
              <a:t>Kolodko</a:t>
            </a:r>
            <a:r>
              <a:rPr lang="hu-HU" sz="5400" dirty="0"/>
              <a:t> projektmunka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76EB49C-ACD9-460E-B9CB-3B7E457FF33F}"/>
              </a:ext>
            </a:extLst>
          </p:cNvPr>
          <p:cNvSpPr txBox="1"/>
          <p:nvPr/>
        </p:nvSpPr>
        <p:spPr>
          <a:xfrm>
            <a:off x="4869628" y="5712311"/>
            <a:ext cx="245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Zsigár László Nikolasz</a:t>
            </a:r>
          </a:p>
        </p:txBody>
      </p:sp>
    </p:spTree>
    <p:extLst>
      <p:ext uri="{BB962C8B-B14F-4D97-AF65-F5344CB8AC3E}">
        <p14:creationId xmlns:p14="http://schemas.microsoft.com/office/powerpoint/2010/main" val="105187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sz="4800" dirty="0"/>
              <a:t>összegzés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hu-HU" dirty="0"/>
              <a:t>Jobb lett a </a:t>
            </a:r>
            <a:r>
              <a:rPr lang="hu-HU" dirty="0" err="1"/>
              <a:t>csapatmunkám,jobb</a:t>
            </a:r>
            <a:r>
              <a:rPr lang="hu-HU" dirty="0"/>
              <a:t> lett a társaimmal lévő összhang</a:t>
            </a:r>
          </a:p>
          <a:p>
            <a:pPr rtl="0"/>
            <a:r>
              <a:rPr lang="hu-HU" dirty="0"/>
              <a:t>Fejlesztettem a </a:t>
            </a:r>
            <a:r>
              <a:rPr lang="hu-HU" dirty="0" err="1"/>
              <a:t>html</a:t>
            </a:r>
            <a:r>
              <a:rPr lang="hu-HU" dirty="0"/>
              <a:t> tudásom</a:t>
            </a:r>
          </a:p>
          <a:p>
            <a:pPr rtl="0"/>
            <a:endParaRPr lang="hu-HU" dirty="0"/>
          </a:p>
          <a:p>
            <a:pPr rtl="0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4659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siszolt fém 16x9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892171_TF03030981.potx" id="{8E703DB6-F808-4514-8E56-6B021C2B4B35}" vid="{868C68E7-A799-4CC9-A787-FB249C7E1B2A}"/>
    </a:ext>
  </a:extLst>
</a:theme>
</file>

<file path=ppt/theme/theme2.xml><?xml version="1.0" encoding="utf-8"?>
<a:theme xmlns:a="http://schemas.openxmlformats.org/drawingml/2006/main" name="Office-téma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éma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2961EA76-1630-4788-A629-8FDAFC9205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C05A15-2C36-4B2C-9ED7-7313D59409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A16170-AED4-43FB-90C7-1F1653EBFACC}">
  <ds:schemaRefs>
    <ds:schemaRef ds:uri="http://purl.org/dc/elements/1.1/"/>
    <ds:schemaRef ds:uri="http://www.w3.org/XML/1998/namespace"/>
    <ds:schemaRef ds:uri="40262f94-9f35-4ac3-9a90-690165a166b7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a4f35948-e619-41b3-aa29-22878b09cfd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Zöld csiszolt fémes bemutató (szélesvásznú)</Template>
  <TotalTime>12</TotalTime>
  <Words>23</Words>
  <Application>Microsoft Office PowerPoint</Application>
  <PresentationFormat>Szélesvásznú</PresentationFormat>
  <Paragraphs>7</Paragraphs>
  <Slides>2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5" baseType="lpstr">
      <vt:lpstr>Arial</vt:lpstr>
      <vt:lpstr>Georgia</vt:lpstr>
      <vt:lpstr>Csiszolt fém 16x9</vt:lpstr>
      <vt:lpstr>Kolodko projektmunka</vt:lpstr>
      <vt:lpstr>összegzés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Kolodko projektmunka</dc:title>
  <dc:creator>Zsigár László Nikolasz</dc:creator>
  <cp:lastModifiedBy>Zsigár László Nikolasz</cp:lastModifiedBy>
  <cp:revision>2</cp:revision>
  <dcterms:created xsi:type="dcterms:W3CDTF">2026-01-21T12:07:53Z</dcterms:created>
  <dcterms:modified xsi:type="dcterms:W3CDTF">2026-01-21T12:20:32Z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